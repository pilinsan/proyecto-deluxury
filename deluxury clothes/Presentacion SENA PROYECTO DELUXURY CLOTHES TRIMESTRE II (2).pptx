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nm11j5AyTL9gBmByv10KsHU1d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regular.fntdata"/><Relationship Id="rId21" Type="http://schemas.openxmlformats.org/officeDocument/2006/relationships/slide" Target="slides/slide16.xml"/><Relationship Id="rId24" Type="http://schemas.openxmlformats.org/officeDocument/2006/relationships/font" Target="fonts/WorkSans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customschemas.google.com/relationships/presentationmetadata" Target="metadata"/><Relationship Id="rId27" Type="http://schemas.openxmlformats.org/officeDocument/2006/relationships/font" Target="fonts/Work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62aaf732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62aaf73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962aaf732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0c8873a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70c8873a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0c8873a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70c8873a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70c8873ad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970c8873ad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hyperlink" Target="https://us.wps.com/l/cbNaqtAS7QJHzFs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hyperlink" Target="https://us.wps.com/l/cbNaqtAS7QJHzFs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us.wps.com/l/cbNaqtAS7QJHzFsy" TargetMode="External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us.wps.com/l/cbNaqtAS7QJHzFsy" TargetMode="External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5gSXQaTdIPOMB0eZuwr3e-FVRNGOXAb1/edit?usp=sharing&amp;ouid=104575615573091354146&amp;rtpof=true&amp;sd=true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nMGUFQC-moTwANDC7n7mg1fwb2LRas1w/edit?usp=sharing&amp;ouid=104575615573091354146&amp;rtpof=true&amp;sd=tru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PILINSAN/Proyecto-Deluxur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419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Deluxury Clothes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Santiago Palacio Pertuz</a:t>
            </a:r>
            <a:b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Brandon Nicolas Colina Martinez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Ángel Segura Velásquez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b="1" i="0" lang="es-419" sz="1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Ángel Galvis Corredor</a:t>
            </a:r>
            <a:endParaRPr b="1" i="0" sz="1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s-419" sz="12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Jampier Soto Parrad</a:t>
            </a:r>
            <a:r>
              <a:rPr b="1" i="0" lang="es-419" sz="1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0</a:t>
            </a:r>
            <a:endParaRPr b="1" i="0" sz="1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8525" y="4891725"/>
            <a:ext cx="1178800" cy="11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419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trimestre 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/>
        </p:nvSpPr>
        <p:spPr>
          <a:xfrm>
            <a:off x="3360008" y="2183282"/>
            <a:ext cx="547226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419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6" name="Google Shape;96;p46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46"/>
          <p:cNvSpPr/>
          <p:nvPr/>
        </p:nvSpPr>
        <p:spPr>
          <a:xfrm>
            <a:off x="3407975" y="3659055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419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089779" y="300079"/>
            <a:ext cx="6282821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419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 flipH="1" rot="10800000">
            <a:off x="3529508" y="2239031"/>
            <a:ext cx="5678839" cy="22314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 txBox="1"/>
          <p:nvPr/>
        </p:nvSpPr>
        <p:spPr>
          <a:xfrm>
            <a:off x="3047238" y="2773981"/>
            <a:ext cx="58317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e implementar una plataforma web y móvil para Deluxury Clothes que optimice la gestión de inventario, ventas, productos y PQRS, mediante la digitalización del catálogo, la administración de compras y pagos, y la automatización de procesos, con el fin de mejorar la visibilidad de la marca y brindar una experiencia de usuario eficiente y segura.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 txBox="1"/>
          <p:nvPr/>
        </p:nvSpPr>
        <p:spPr>
          <a:xfrm>
            <a:off x="3360008" y="2183282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419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0" name="Google Shape;110;p47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8"/>
          <p:cNvSpPr txBox="1"/>
          <p:nvPr/>
        </p:nvSpPr>
        <p:spPr>
          <a:xfrm>
            <a:off x="3089779" y="4"/>
            <a:ext cx="6282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419" sz="6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</a:t>
            </a:r>
            <a:endParaRPr b="1" i="0" sz="72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6" name="Google Shape;116;p48"/>
          <p:cNvCxnSpPr/>
          <p:nvPr/>
        </p:nvCxnSpPr>
        <p:spPr>
          <a:xfrm flipH="1" rot="10800000">
            <a:off x="3529508" y="1939070"/>
            <a:ext cx="5678700" cy="2220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48"/>
          <p:cNvSpPr txBox="1"/>
          <p:nvPr/>
        </p:nvSpPr>
        <p:spPr>
          <a:xfrm>
            <a:off x="972450" y="1939500"/>
            <a:ext cx="10247100" cy="4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 Gestionar el módulo de inventario de la plataforma web y móvil para Deluxury Clothes, permitiendo el registro, control y seguimiento de las entradas, salidas y disponibilidad de productos.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 Gestionar el módulo de ventas y pagos dentro de la plataforma, optimizando el proceso de compra mediante herramientas digitales que brinden rapidez, seguridad y facilidad de uso.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 Administrar el módulo de productos en el sistema, facilitando la actualización, consulta y organización de la información relacionada con las prendas disponibles en Deluxury Clothes.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° Gestionar y validar el módulo de PQRS de la plataforma web y móvil, permitiendo registrar, dar seguimiento y controlar las solicitudes para mejorar la atención al cliente.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9"/>
          <p:cNvSpPr txBox="1"/>
          <p:nvPr/>
        </p:nvSpPr>
        <p:spPr>
          <a:xfrm>
            <a:off x="2897680" y="2169195"/>
            <a:ext cx="6396640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419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Casos de uso y formato de especificación de casos de uso</a:t>
            </a:r>
            <a:endParaRPr b="1" i="0" sz="4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3" name="Google Shape;123;p49"/>
          <p:cNvCxnSpPr/>
          <p:nvPr/>
        </p:nvCxnSpPr>
        <p:spPr>
          <a:xfrm>
            <a:off x="3574452" y="4108147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9"/>
          <p:cNvSpPr/>
          <p:nvPr/>
        </p:nvSpPr>
        <p:spPr>
          <a:xfrm>
            <a:off x="3407975" y="3659055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419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g3962aaf7328_0_1" title="WhatsApp Image 2026-04-08 at 6.39.29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700" y="156825"/>
            <a:ext cx="115597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62aaf7328_0_1"/>
          <p:cNvSpPr txBox="1"/>
          <p:nvPr/>
        </p:nvSpPr>
        <p:spPr>
          <a:xfrm>
            <a:off x="9192000" y="63084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4"/>
              </a:rPr>
              <a:t>https://us.wps.com/l/cbNaqtAS7QJHzFsy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4" title="GESTION DE PQRS Y ATENCION AL USUARIO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900" y="-38475"/>
            <a:ext cx="8234600" cy="69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9269325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4"/>
              </a:rPr>
              <a:t>https://us.wps.com/l/cbNaqtAS7QJHzFsy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70c8873ad_0_0"/>
          <p:cNvSpPr txBox="1"/>
          <p:nvPr/>
        </p:nvSpPr>
        <p:spPr>
          <a:xfrm>
            <a:off x="9269325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https://us.wps.com/l/cbNaqtAS7QJHzFsy</a:t>
            </a:r>
            <a:endParaRPr/>
          </a:p>
        </p:txBody>
      </p:sp>
      <p:pic>
        <p:nvPicPr>
          <p:cNvPr id="143" name="Google Shape;143;g3970c8873ad_0_0" title="GESTION DE USUARI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0107899" cy="621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70c8873ad_0_5"/>
          <p:cNvSpPr txBox="1"/>
          <p:nvPr/>
        </p:nvSpPr>
        <p:spPr>
          <a:xfrm>
            <a:off x="9269325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3"/>
              </a:rPr>
              <a:t>https://us.wps.com/l/cbNaqtAS7QJHzFsy</a:t>
            </a:r>
            <a:endParaRPr/>
          </a:p>
        </p:txBody>
      </p:sp>
      <p:pic>
        <p:nvPicPr>
          <p:cNvPr id="149" name="Google Shape;149;g3970c8873ad_0_5" title="SISTEMA CARRITO DE COMPRA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9371700" cy="62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0"/>
          <p:cNvSpPr txBox="1"/>
          <p:nvPr/>
        </p:nvSpPr>
        <p:spPr>
          <a:xfrm>
            <a:off x="2648439" y="1909591"/>
            <a:ext cx="6396640" cy="230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419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Formato de informe de costos y análisis de proveedores </a:t>
            </a:r>
            <a:endParaRPr b="1" i="0" sz="1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5" name="Google Shape;155;p50"/>
          <p:cNvCxnSpPr/>
          <p:nvPr/>
        </p:nvCxnSpPr>
        <p:spPr>
          <a:xfrm>
            <a:off x="3217859" y="4217875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50"/>
          <p:cNvSpPr/>
          <p:nvPr/>
        </p:nvSpPr>
        <p:spPr>
          <a:xfrm>
            <a:off x="3051359" y="4546023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419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1"/>
          <p:cNvSpPr/>
          <p:nvPr/>
        </p:nvSpPr>
        <p:spPr>
          <a:xfrm>
            <a:off x="0" y="0"/>
            <a:ext cx="12192000" cy="1435608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1"/>
          <p:cNvSpPr txBox="1"/>
          <p:nvPr>
            <p:ph type="title"/>
          </p:nvPr>
        </p:nvSpPr>
        <p:spPr>
          <a:xfrm>
            <a:off x="499872" y="960120"/>
            <a:ext cx="113781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s-419">
                <a:solidFill>
                  <a:schemeClr val="lt1"/>
                </a:solidFill>
              </a:rPr>
              <a:t>FORMATO DE INFORME DE COSTOS Y ANÁLISIS DE PROVEEDORES</a:t>
            </a:r>
            <a:br>
              <a:rPr lang="es-419">
                <a:solidFill>
                  <a:schemeClr val="lt1"/>
                </a:solidFill>
              </a:rPr>
            </a:br>
            <a:br>
              <a:rPr lang="es-419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sp>
        <p:nvSpPr>
          <p:cNvPr id="163" name="Google Shape;163;p51"/>
          <p:cNvSpPr txBox="1"/>
          <p:nvPr>
            <p:ph idx="1" type="body"/>
          </p:nvPr>
        </p:nvSpPr>
        <p:spPr>
          <a:xfrm>
            <a:off x="249863" y="6181200"/>
            <a:ext cx="11878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419" sz="1400" u="sng">
                <a:solidFill>
                  <a:schemeClr val="hlink"/>
                </a:solidFill>
                <a:hlinkClick r:id="rId3"/>
              </a:rPr>
              <a:t>https://docs.google.com/document/d/15gSXQaTdIPOMB0eZuwr3e-FVRNGOXAb1/edit?usp=sharing&amp;ouid=104575615573091354146&amp;rtpof=true&amp;sd=true</a:t>
            </a:r>
            <a:endParaRPr sz="1400"/>
          </a:p>
        </p:txBody>
      </p:sp>
      <p:pic>
        <p:nvPicPr>
          <p:cNvPr id="164" name="Google Shape;16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13" y="1878674"/>
            <a:ext cx="11613775" cy="43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2"/>
          <p:cNvSpPr txBox="1"/>
          <p:nvPr/>
        </p:nvSpPr>
        <p:spPr>
          <a:xfrm>
            <a:off x="2897677" y="3013516"/>
            <a:ext cx="6396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419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Cotizaciones</a:t>
            </a:r>
            <a:endParaRPr b="1" i="0" sz="1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0" name="Google Shape;170;p52"/>
          <p:cNvCxnSpPr/>
          <p:nvPr/>
        </p:nvCxnSpPr>
        <p:spPr>
          <a:xfrm>
            <a:off x="3467096" y="3828675"/>
            <a:ext cx="5257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52"/>
          <p:cNvSpPr/>
          <p:nvPr/>
        </p:nvSpPr>
        <p:spPr>
          <a:xfrm>
            <a:off x="3051359" y="4546023"/>
            <a:ext cx="5424300" cy="394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419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a&#10;&#10;El contenido generado por IA puede ser incorrecto." id="176" name="Google Shape;17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330962"/>
            <a:ext cx="10905066" cy="498906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3"/>
          <p:cNvSpPr txBox="1"/>
          <p:nvPr/>
        </p:nvSpPr>
        <p:spPr>
          <a:xfrm>
            <a:off x="391287" y="5747111"/>
            <a:ext cx="114094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https://docs.google.com/spreadsheets/d/1nMGUFQC-moTwANDC7n7mg1fwb2LRas1w/edit?usp=sharing&amp;ouid=104575615573091354146&amp;rtpof=true&amp;sd=true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0c8873ad_0_26"/>
          <p:cNvSpPr/>
          <p:nvPr/>
        </p:nvSpPr>
        <p:spPr>
          <a:xfrm>
            <a:off x="0" y="0"/>
            <a:ext cx="12192000" cy="14355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970c8873ad_0_26"/>
          <p:cNvSpPr txBox="1"/>
          <p:nvPr>
            <p:ph type="title"/>
          </p:nvPr>
        </p:nvSpPr>
        <p:spPr>
          <a:xfrm>
            <a:off x="3539073" y="670225"/>
            <a:ext cx="495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s-419">
                <a:solidFill>
                  <a:schemeClr val="lt1"/>
                </a:solidFill>
              </a:rPr>
              <a:t>Repocitorio Git Hub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g3970c8873ad_0_26"/>
          <p:cNvSpPr txBox="1"/>
          <p:nvPr/>
        </p:nvSpPr>
        <p:spPr>
          <a:xfrm>
            <a:off x="3725700" y="3290250"/>
            <a:ext cx="474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900" u="sng">
                <a:solidFill>
                  <a:schemeClr val="hlink"/>
                </a:solidFill>
                <a:hlinkClick r:id="rId3"/>
              </a:rPr>
              <a:t>PILINSAN/Proyecto-Deluxe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